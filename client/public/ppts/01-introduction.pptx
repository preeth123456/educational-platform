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F5617-B2C4-0AB4-FA1D-F661DE258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5EB48-2BD3-DFF2-3569-864648F27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6267D-D507-F061-70A5-E4D5765D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1429B-3C2C-C007-BBC9-8E023276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239F9-C58C-9EE9-8B33-AAA537064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875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B3940-FC12-23E1-64E2-CC1B8B0E9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7E5B-4508-0794-E0B1-8BDF9C45E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128B4-E87B-A2DC-5BBE-743B0081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1E96F-B5F2-5FAD-473B-9903C041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675BE-64D8-5023-964A-052E2B4F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036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BE76D-4E68-CCF9-4B53-D15D31373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2F1E1-1103-A1A4-1D4B-57D4D7A97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2685D-7312-7707-84DB-8211E43A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08ADB-D91F-6327-5296-D76A0136A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9045C-AC55-E5BB-7AA9-A5FEFAAE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294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EF43-627F-3AB2-1A11-49EDF5A7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C67A3-9E3B-7398-B5BC-087926D28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187B8-DD97-05BC-2F49-1F5799B08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28D84-DEF9-5B49-34D5-3D276C6F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A2773-26DD-012A-05EB-3EF62474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FD20C-A174-A21D-7B3C-EAB692A1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20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7818D-B91E-A1A4-5536-DF8760C7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BB83F-B0FD-DF5E-2FA7-3AC017E27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B02D0-B093-5CFF-7914-59A1988DA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F8288-B0BD-F1CC-71FA-7AB594135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FB4177-46EE-2A91-0D65-64401D370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7DB89-5207-1013-83F9-B92434648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6808D-25A3-4697-BECC-37031CD9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9D268F-B9C9-9134-D3B3-F9B8320F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45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EBAFF-7821-B8F9-51D5-801F9286B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1FFD-7938-7637-14E5-4D99048C0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0C053-F957-833C-F87F-FC89F43C1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976F3-A482-FD84-89AB-E7FDFB8B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28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0521F-B373-951C-3250-4933A4E9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33B2C-A6F2-CFFD-5598-51D6B27DC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0CD2F-D78E-9198-2466-6DD9A3B9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19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7502-8768-C61A-B985-503C76004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B09D3-0458-5A50-2E6E-DD9348911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D2089-4DEA-E967-2359-86112E64C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2547A-FF5E-F827-4B2A-0F123A733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561B3-C437-03A4-96E0-74CA251B7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5C557-3528-44F4-ECBE-E20BBD5E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5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E0377-B168-EECD-8DC6-DE23CFC1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2A0A9-E873-08AB-915B-92421D08C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C8B5B-B449-F8D0-FFDD-E7DE4646F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41B2F-BBE3-D967-CF2A-6707A2148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FA5FF-EADB-0241-5451-310E028D1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88926-9766-458D-28DE-323D57E11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916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FD12-F747-9769-6DDA-913458E5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C1D4-E3E5-27B9-AEF9-6662311DA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17C2D-B114-661C-AF4B-0E2B882B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8B58F-9B6B-9C53-4492-E16E9B39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F37EA-7A72-A9AD-F8EA-F45EB79F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36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73186-E1F4-797A-B61E-59F2BF7BE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F2984-DD78-6AB6-31F9-3DCC72AFF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DC1B3-DDA2-348B-B77C-758F51C8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B1D2A-8204-CD02-F57D-CBF75A22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E4C25-9502-4656-2321-F940C1E0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60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3DAFF-BE6C-A854-2143-5B5B16375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B4CD0-6E5F-D623-F4F6-035F5A621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976D-3F85-B26B-51A1-DC3907D69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D9B00-082B-4D7F-830D-705FA7B0943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53907-9C63-8A49-BE5E-8B11AB944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52651-D5B5-F6A1-FAA3-89B470442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D3452-E038-45C0-8C0F-EEDFC4A29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59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E2C3-21D4-0181-844B-3B64226629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8EBC1-83D2-ABA7-5DF1-55FCED38D0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42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Darshan S M</dc:creator>
  <cp:lastModifiedBy>Darshan S M</cp:lastModifiedBy>
  <cp:revision>1</cp:revision>
  <dcterms:created xsi:type="dcterms:W3CDTF">2025-10-09T11:29:57Z</dcterms:created>
  <dcterms:modified xsi:type="dcterms:W3CDTF">2025-10-09T11:29:57Z</dcterms:modified>
</cp:coreProperties>
</file>